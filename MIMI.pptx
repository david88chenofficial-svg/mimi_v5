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31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E6F06A-9EA1-39F5-FF9D-DB2DE4633883}" name="david88.chen.official@gmail.com" initials="d" userId="f9b4762b15cd2d0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1971" autoAdjust="0"/>
  </p:normalViewPr>
  <p:slideViewPr>
    <p:cSldViewPr snapToGrid="0">
      <p:cViewPr varScale="1">
        <p:scale>
          <a:sx n="101" d="100"/>
          <a:sy n="101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Relationship Id="rId9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EE22E9-F90A-4C8B-B742-6DDD4B175641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63C5E4-849E-4941-B86A-567AD559B4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3347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FB7FE-0BCB-F588-E725-D093DE86F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4A9C0C-500D-9E71-5C45-56652CA30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02EBC9-9C10-5C91-53B7-5019572B4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2F099A-97F9-7E56-3D39-D2B55D0550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3C5E4-849E-4941-B86A-567AD559B43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261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38D21-6651-7EDE-CD9B-BA084161B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B75967-B04D-51C6-0188-2DF065D5B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31BECE-CF0E-F362-4E78-30AA7BF3F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A9ECF-01BF-4498-81BA-690EB4B345FE}" type="datetime1">
              <a:rPr lang="en-GB" smtClean="0"/>
              <a:t>24/08/2026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48208F-F953-5E5D-7F33-BCCCC1CD0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1B3DC2-3E5F-A4DF-CB59-32DB5E6D0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74981-AE7A-4B23-8488-2BE2E0C416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6369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AA02EF-6679-B975-ED81-747085610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DEC204-8DFA-04B3-2105-AE0431453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B33B77-941D-F013-CC5A-F1539241C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5807-1FD5-410F-B19F-4D07DE1916CE}" type="datetime1">
              <a:rPr lang="en-GB" smtClean="0"/>
              <a:t>24/08/2026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10CB99-8EDE-D4E1-B759-8CA92B3F5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CBD69C-97D0-09CD-C65B-ACDA32B79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74981-AE7A-4B23-8488-2BE2E0C416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8698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CC90E-A98A-1920-7C89-9BF02E618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420D71-0691-75CA-D3C1-C17AE671C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501213-51FE-FFAF-92ED-C4BC659F2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DA368-A08F-4D60-AA6E-633A65935158}" type="datetime1">
              <a:rPr lang="en-GB" smtClean="0"/>
              <a:t>24/08/2026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7F10EC-F41E-BE5A-757D-C3C7C0F0C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7313B5-D5F5-75C8-CB68-12725365B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74981-AE7A-4B23-8488-2BE2E0C416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868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8D21DF-673E-35D5-B756-8371C710E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BB9442-3AF4-023A-4A70-E8B2E694BB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015C72-1B64-D3B3-EC8C-4D134F9886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8B982D-B6E3-4F78-B0DA-E4C3B7630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569E0-25A2-4027-92DF-FB3FB424DB1D}" type="datetime1">
              <a:rPr lang="en-GB" smtClean="0"/>
              <a:t>24/08/2026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23C3F3-D382-FC94-6ABE-4E1144201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D70B4B-6F33-B9F9-DE25-4CD9B7940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74981-AE7A-4B23-8488-2BE2E0C416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3556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65C1F3-DE84-32E6-EBA9-64E3696D7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BABD79-D78B-184C-CC96-D2A97E120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36D6D4-9CEB-66F2-D0EC-22816C87C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44A1D01-F35F-1B83-0745-AD97452BCA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FA594AD-BE79-DCEA-DE12-79E5DCCC7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B222035-2F80-55AB-A53D-B45A5A1CC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FCAAB-3616-4819-B603-D0DB58BD3618}" type="datetime1">
              <a:rPr lang="en-GB" smtClean="0"/>
              <a:t>24/08/2026</a:t>
            </a:fld>
            <a:endParaRPr lang="en-GB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F4F4F6-DB93-187E-525F-D5131CF20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E79FEC3-69C8-7CA1-3511-CBC29F21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74981-AE7A-4B23-8488-2BE2E0C416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0671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B4EF1A-07F3-85F9-2358-8E134D554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1AE3ACC-4457-899F-98A8-0F6A3AE8B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5896C-7BC6-43D5-84C4-FA3CDEB088E9}" type="datetime1">
              <a:rPr lang="en-GB" smtClean="0"/>
              <a:t>24/08/2026</a:t>
            </a:fld>
            <a:endParaRPr lang="en-GB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75DD4F-DD08-D32D-07D4-7B7D919D7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541575-CC85-1D75-B49F-F124CB8EE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74981-AE7A-4B23-8488-2BE2E0C416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2903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956DADA-9403-F978-8EB2-475CE94D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1ED3-BB9B-4450-BB92-2CB9F00E040D}" type="datetime1">
              <a:rPr lang="en-GB" smtClean="0"/>
              <a:t>24/08/2026</a:t>
            </a:fld>
            <a:endParaRPr lang="en-GB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686485-8B5A-BF14-9B2F-F3521EB33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EC2A1E-2051-3C83-C0CD-EC9BD0198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74981-AE7A-4B23-8488-2BE2E0C416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38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1BBC5E-9233-A1EC-8579-AF7384E3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CEEE7C-BB02-9A42-F8D5-A6DA810E4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57E017-608F-7C71-EE61-362B89A50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54A966-982E-F05E-284D-AD28EAD6F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9B4D7-9313-49CF-BE85-6831FE223701}" type="datetime1">
              <a:rPr lang="en-GB" smtClean="0"/>
              <a:t>24/08/2026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40197B-0C70-A21B-CD94-370F1177F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FE0A2B-28CB-C648-1890-2AACA18B8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74981-AE7A-4B23-8488-2BE2E0C416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224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13A160-27FF-DECC-A2A4-BBDAE5ADA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4A3E56F-CC3F-D56E-85E6-17E7E34EB9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086434-CD9C-C6ED-7456-3859D3CCC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0BF42C-AD0D-6DE2-6550-8599C3855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941AB-8D8B-4428-8727-04E87CCB15BA}" type="datetime1">
              <a:rPr lang="en-GB" smtClean="0"/>
              <a:t>24/08/2026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7CB459-FCD3-4F87-26BF-542B93511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8DF887-EBB7-19BD-6357-E05BB7339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74981-AE7A-4B23-8488-2BE2E0C416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351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B8B90F-CDDF-4422-C72C-C2E0C0FE6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1CF6BE-9320-6AB1-09E8-FC85B61DA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775B87-427C-BEF1-F92B-2E04A9A56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24FF8-00F3-4EC1-92E2-83442495B686}" type="datetime1">
              <a:rPr lang="en-GB" smtClean="0"/>
              <a:t>24/08/2026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704C96-37B1-C851-7659-6506BEA30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51E433-B9FF-B334-C201-947AC9AF0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74981-AE7A-4B23-8488-2BE2E0C416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8037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FCFCA8D-1D3C-C2A4-91A0-EA297A6C67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4FF52F-57D8-5E26-3E5A-EB1E45AEF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5CD994-1342-4FFA-AB58-48B116F3F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E2D1-5E34-4CC2-9E21-BF0063BF2011}" type="datetime1">
              <a:rPr lang="en-GB" smtClean="0"/>
              <a:t>24/08/2026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C4DDBF-3D23-95B8-35AE-DB8DA7935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F82BC9-1F9B-02A6-860A-E364456E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74981-AE7A-4B23-8488-2BE2E0C416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941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BE9CA96-ED81-FC8C-3259-E901A6D4E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FAAD88-7046-DB8A-4FDC-B227A60CE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FD990F-5C62-A3E7-585F-B00795DD1C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EA7FC3-64B8-4718-8903-BF745F732964}" type="datetime1">
              <a:rPr lang="en-GB" smtClean="0"/>
              <a:t>24/08/2026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2D6627-67C6-7240-AD46-A5E28B796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21A006-F5F9-B07F-8BF0-0469B315BE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574981-AE7A-4B23-8488-2BE2E0C416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980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FFD77-7BE5-AEAD-6B2E-AF85EDF64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1FBFD6-A6FF-7599-CBBA-29B08ED76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CN" sz="3200" dirty="0"/>
              <a:t>Agentic System Architecture</a:t>
            </a:r>
            <a:endParaRPr lang="en-GB" sz="3200" dirty="0"/>
          </a:p>
        </p:txBody>
      </p:sp>
      <p:sp>
        <p:nvSpPr>
          <p:cNvPr id="5" name="流程图: 可选过程 4">
            <a:extLst>
              <a:ext uri="{FF2B5EF4-FFF2-40B4-BE49-F238E27FC236}">
                <a16:creationId xmlns:a16="http://schemas.microsoft.com/office/drawing/2014/main" id="{EDCDA5E8-47EE-991A-B302-4C07BE04C97E}"/>
              </a:ext>
            </a:extLst>
          </p:cNvPr>
          <p:cNvSpPr/>
          <p:nvPr/>
        </p:nvSpPr>
        <p:spPr>
          <a:xfrm>
            <a:off x="723023" y="3165695"/>
            <a:ext cx="1440000" cy="72000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Planner</a:t>
            </a:r>
            <a:endParaRPr lang="zh-CN" altLang="en-US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流程图: 可选过程 5">
            <a:extLst>
              <a:ext uri="{FF2B5EF4-FFF2-40B4-BE49-F238E27FC236}">
                <a16:creationId xmlns:a16="http://schemas.microsoft.com/office/drawing/2014/main" id="{373F37BA-1F65-D3E6-DE95-DD4DE5042A7F}"/>
              </a:ext>
            </a:extLst>
          </p:cNvPr>
          <p:cNvSpPr/>
          <p:nvPr/>
        </p:nvSpPr>
        <p:spPr>
          <a:xfrm>
            <a:off x="3480466" y="3175027"/>
            <a:ext cx="1440000" cy="72000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7474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Breaker</a:t>
            </a:r>
            <a:endParaRPr lang="zh-CN" altLang="en-US" dirty="0">
              <a:solidFill>
                <a:srgbClr val="7474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流程图: 可选过程 6">
            <a:extLst>
              <a:ext uri="{FF2B5EF4-FFF2-40B4-BE49-F238E27FC236}">
                <a16:creationId xmlns:a16="http://schemas.microsoft.com/office/drawing/2014/main" id="{A0552DCF-DE70-F8CE-F048-6BD48FF306FD}"/>
              </a:ext>
            </a:extLst>
          </p:cNvPr>
          <p:cNvSpPr/>
          <p:nvPr/>
        </p:nvSpPr>
        <p:spPr>
          <a:xfrm>
            <a:off x="6237909" y="3175027"/>
            <a:ext cx="1440000" cy="72000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Coder</a:t>
            </a:r>
            <a:endParaRPr lang="zh-CN" altLang="en-US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B28EC0-269C-7756-4102-F9A9E3DB8F05}"/>
              </a:ext>
            </a:extLst>
          </p:cNvPr>
          <p:cNvSpPr txBox="1"/>
          <p:nvPr/>
        </p:nvSpPr>
        <p:spPr>
          <a:xfrm>
            <a:off x="2108446" y="2879364"/>
            <a:ext cx="1426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Full instructions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FCB2E4-2424-565B-1E9D-4111B2442D79}"/>
              </a:ext>
            </a:extLst>
          </p:cNvPr>
          <p:cNvSpPr txBox="1"/>
          <p:nvPr/>
        </p:nvSpPr>
        <p:spPr>
          <a:xfrm>
            <a:off x="4916186" y="3176503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 subtasks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58FBE4E-67FD-76E3-4B74-BBBDC091CEB0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163023" y="3525695"/>
            <a:ext cx="1317443" cy="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27E29D8-4327-8B71-B024-AF349EAF72E6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920466" y="3535027"/>
            <a:ext cx="13174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68335919-8B18-4281-18A3-3607A2A91F3A}"/>
              </a:ext>
            </a:extLst>
          </p:cNvPr>
          <p:cNvSpPr txBox="1"/>
          <p:nvPr/>
        </p:nvSpPr>
        <p:spPr>
          <a:xfrm>
            <a:off x="414504" y="2239912"/>
            <a:ext cx="2057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Tool specifications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012F3DC-B4B6-98B5-2431-54A4F6F945CD}"/>
              </a:ext>
            </a:extLst>
          </p:cNvPr>
          <p:cNvSpPr txBox="1"/>
          <p:nvPr/>
        </p:nvSpPr>
        <p:spPr>
          <a:xfrm>
            <a:off x="469423" y="4442146"/>
            <a:ext cx="194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Verified relevant knowledge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E2444EC-9E39-94FB-E1D8-7E80070B967C}"/>
              </a:ext>
            </a:extLst>
          </p:cNvPr>
          <p:cNvCxnSpPr>
            <a:stCxn id="23" idx="2"/>
            <a:endCxn id="5" idx="0"/>
          </p:cNvCxnSpPr>
          <p:nvPr/>
        </p:nvCxnSpPr>
        <p:spPr>
          <a:xfrm>
            <a:off x="1443023" y="2609244"/>
            <a:ext cx="0" cy="556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6B1E2F5-2B04-FEA1-63BA-7E6270765444}"/>
              </a:ext>
            </a:extLst>
          </p:cNvPr>
          <p:cNvCxnSpPr>
            <a:cxnSpLocks/>
            <a:stCxn id="24" idx="0"/>
            <a:endCxn id="5" idx="2"/>
          </p:cNvCxnSpPr>
          <p:nvPr/>
        </p:nvCxnSpPr>
        <p:spPr>
          <a:xfrm flipV="1">
            <a:off x="1443023" y="3885695"/>
            <a:ext cx="0" cy="556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5452618F-7157-4D27-C8B5-5D936199099D}"/>
              </a:ext>
            </a:extLst>
          </p:cNvPr>
          <p:cNvCxnSpPr>
            <a:cxnSpLocks/>
          </p:cNvCxnSpPr>
          <p:nvPr/>
        </p:nvCxnSpPr>
        <p:spPr>
          <a:xfrm flipV="1">
            <a:off x="7677909" y="2239912"/>
            <a:ext cx="2058149" cy="1275178"/>
          </a:xfrm>
          <a:prstGeom prst="bentConnector3">
            <a:avLst>
              <a:gd name="adj1" fmla="val 653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24C54CF1-E98C-052F-DD9F-ADF0F9881F36}"/>
              </a:ext>
            </a:extLst>
          </p:cNvPr>
          <p:cNvSpPr txBox="1"/>
          <p:nvPr/>
        </p:nvSpPr>
        <p:spPr>
          <a:xfrm>
            <a:off x="7781677" y="1846085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Subtask 1 results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015691D-D1D8-FEC9-86C1-A1692C21ADEC}"/>
              </a:ext>
            </a:extLst>
          </p:cNvPr>
          <p:cNvSpPr txBox="1"/>
          <p:nvPr/>
        </p:nvSpPr>
        <p:spPr>
          <a:xfrm>
            <a:off x="8148935" y="2502586"/>
            <a:ext cx="461665" cy="55399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……</a:t>
            </a:r>
            <a:endParaRPr lang="en-GB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6A17B7B-026B-4CBF-CC58-73B6F8E07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74981-AE7A-4B23-8488-2BE2E0C41661}" type="slidenum">
              <a:rPr lang="en-GB" smtClean="0"/>
              <a:t>1</a:t>
            </a:fld>
            <a:endParaRPr lang="en-GB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77526AD-ACFF-254E-0926-4BBFC31A58DC}"/>
              </a:ext>
            </a:extLst>
          </p:cNvPr>
          <p:cNvSpPr txBox="1"/>
          <p:nvPr/>
        </p:nvSpPr>
        <p:spPr>
          <a:xfrm>
            <a:off x="7815545" y="3151563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Subtask n results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CA464BF9-7B1E-BCBD-221F-08F7EC48BCEF}"/>
              </a:ext>
            </a:extLst>
          </p:cNvPr>
          <p:cNvCxnSpPr>
            <a:cxnSpLocks/>
          </p:cNvCxnSpPr>
          <p:nvPr/>
        </p:nvCxnSpPr>
        <p:spPr>
          <a:xfrm flipV="1">
            <a:off x="7682189" y="3515090"/>
            <a:ext cx="2053869" cy="19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流程图: 可选过程 32">
            <a:extLst>
              <a:ext uri="{FF2B5EF4-FFF2-40B4-BE49-F238E27FC236}">
                <a16:creationId xmlns:a16="http://schemas.microsoft.com/office/drawing/2014/main" id="{324D0083-BBC2-D722-E25F-C9428EA0222A}"/>
              </a:ext>
            </a:extLst>
          </p:cNvPr>
          <p:cNvSpPr/>
          <p:nvPr/>
        </p:nvSpPr>
        <p:spPr>
          <a:xfrm>
            <a:off x="9736058" y="3138917"/>
            <a:ext cx="1440000" cy="72000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Verifier</a:t>
            </a:r>
            <a:endParaRPr lang="zh-CN" altLang="en-US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4163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4DEDAFCD27445B8C7E8D6285B349EEB2B13006D50D010FC2810D93038F16A2B8" val="[{&quot;GradientColorId&quot;:&quot;&quot;,&quot;IsFree&quot;:true,&quot;IsGradient&quot;:false,&quot;ImagePath&quot;:&quot;&quot;,&quot;GradientColor&quot;:null,&quot;SimpleColor&quot;:&quot;#747474&quot;}]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定义 1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8084</TotalTime>
  <Words>26</Words>
  <Application>Microsoft Office PowerPoint</Application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等线</vt:lpstr>
      <vt:lpstr>Arial</vt:lpstr>
      <vt:lpstr>Office 主题​​</vt:lpstr>
      <vt:lpstr>Agentic System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david88.chen.official@gmail.com</dc:creator>
  <cp:lastModifiedBy>Dave Chen</cp:lastModifiedBy>
  <cp:revision>325</cp:revision>
  <dcterms:created xsi:type="dcterms:W3CDTF">2026-05-31T21:22:18Z</dcterms:created>
  <dcterms:modified xsi:type="dcterms:W3CDTF">2026-08-27T18:45:11Z</dcterms:modified>
</cp:coreProperties>
</file>